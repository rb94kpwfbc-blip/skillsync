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7495880beb4854" /><Relationship Type="http://schemas.openxmlformats.org/officeDocument/2006/relationships/extended-properties" Target="/docProps/app.xml" Id="Rcb7356c5675c45b4" /><Relationship Type="http://schemas.openxmlformats.org/officeDocument/2006/relationships/officeDocument" Target="/ppt/presentation.xml" Id="Rc103a4206c0342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ecd40c668411f"/>
  </p:sldMasterIdLst>
  <p:notesMasterIdLst>
    <p:notesMasterId xmlns:r="http://schemas.openxmlformats.org/officeDocument/2006/relationships" r:id="R4884e622ed924c03"/>
  </p:notesMasterIdLst>
  <p:sldIdLst>
    <p:sldId xmlns:r="http://schemas.openxmlformats.org/officeDocument/2006/relationships" id="256" r:id="R31b044f93e7f451d"/>
    <p:sldId xmlns:r="http://schemas.openxmlformats.org/officeDocument/2006/relationships" id="257" r:id="Rf1d62180035c4119"/>
    <p:sldId xmlns:r="http://schemas.openxmlformats.org/officeDocument/2006/relationships" id="258" r:id="Rf747b4f79072487b"/>
    <p:sldId xmlns:r="http://schemas.openxmlformats.org/officeDocument/2006/relationships" id="259" r:id="R1e4152e0fe124e0e"/>
    <p:sldId xmlns:r="http://schemas.openxmlformats.org/officeDocument/2006/relationships" id="260" r:id="R6c7d5d0c538242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540736da4c4836" /><Relationship Type="http://schemas.openxmlformats.org/officeDocument/2006/relationships/slideMaster" Target="/ppt/slideMasters/slideMaster1.xml" Id="R4a1ecd40c668411f" /><Relationship Type="http://schemas.openxmlformats.org/officeDocument/2006/relationships/notesMaster" Target="/ppt/notesMasters/notesMaster1.xml" Id="R4884e622ed924c03" /><Relationship Type="http://schemas.openxmlformats.org/officeDocument/2006/relationships/presProps" Target="/ppt/presProps.xml" Id="R41481c47cf8541e8" /><Relationship Type="http://schemas.openxmlformats.org/officeDocument/2006/relationships/tableStyles" Target="/ppt/tableStyles.xml" Id="R7996c377b66e4d41" /><Relationship Type="http://schemas.openxmlformats.org/officeDocument/2006/relationships/slide" Target="/ppt/slides/slide1.xml" Id="R31b044f93e7f451d" /><Relationship Type="http://schemas.openxmlformats.org/officeDocument/2006/relationships/slide" Target="/ppt/slides/slide2.xml" Id="Rf1d62180035c4119" /><Relationship Type="http://schemas.openxmlformats.org/officeDocument/2006/relationships/slide" Target="/ppt/slides/slide3.xml" Id="Rf747b4f79072487b" /><Relationship Type="http://schemas.openxmlformats.org/officeDocument/2006/relationships/slide" Target="/ppt/slides/slide4.xml" Id="R1e4152e0fe124e0e" /><Relationship Type="http://schemas.openxmlformats.org/officeDocument/2006/relationships/slide" Target="/ppt/slides/slide5.xml" Id="R6c7d5d0c5382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980baf1ec49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296cff4e241bb" /><Relationship Type="http://schemas.openxmlformats.org/officeDocument/2006/relationships/notesMaster" Target="/ppt/notesMasters/notesMaster1.xml" Id="Redc8b26e82f949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d302003cd2471a" /><Relationship Type="http://schemas.openxmlformats.org/officeDocument/2006/relationships/notesMaster" Target="/ppt/notesMasters/notesMaster1.xml" Id="R626473d71ca746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b0df64c8d8492a" /><Relationship Type="http://schemas.openxmlformats.org/officeDocument/2006/relationships/notesMaster" Target="/ppt/notesMasters/notesMaster1.xml" Id="R50314805a95646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fb5b3ef61d4bd8" /><Relationship Type="http://schemas.openxmlformats.org/officeDocument/2006/relationships/notesMaster" Target="/ppt/notesMasters/notesMaster1.xml" Id="R9cdb3898944946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05e69e9d634489" /><Relationship Type="http://schemas.openxmlformats.org/officeDocument/2006/relationships/notesMaster" Target="/ppt/notesMasters/notesMaster1.xml" Id="Ra2f33f7fef9046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54b7663874f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6a3d9139c34ceb" /><Relationship Type="http://schemas.openxmlformats.org/officeDocument/2006/relationships/slideLayout" Target="/ppt/slideLayouts/slideLayout1.xml" Id="R3d894321544e4a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894321544e4a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3f7acdb8341b9" /><Relationship Type="http://schemas.openxmlformats.org/officeDocument/2006/relationships/image" Target="/ppt/media/image.png" Id="Rfa89a6ec637f4413" /><Relationship Type="http://schemas.openxmlformats.org/officeDocument/2006/relationships/notesSlide" Target="/ppt/notesSlides/notesSlide1.xml" Id="Raa6d6f8e0fa3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5903450774e20" /><Relationship Type="http://schemas.openxmlformats.org/officeDocument/2006/relationships/notesSlide" Target="/ppt/notesSlides/notesSlide2.xml" Id="R027826f26afa4e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4d368d1894158" /><Relationship Type="http://schemas.openxmlformats.org/officeDocument/2006/relationships/notesSlide" Target="/ppt/notesSlides/notesSlide3.xml" Id="R4dfa62792951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add7e9a0d4947" /><Relationship Type="http://schemas.openxmlformats.org/officeDocument/2006/relationships/notesSlide" Target="/ppt/notesSlides/notesSlide4.xml" Id="Rdf0f35b7d66e4a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885ad0b204517" /><Relationship Type="http://schemas.openxmlformats.org/officeDocument/2006/relationships/image" Target="/ppt/media/image2.png" Id="R4f0b2344ab254437" /><Relationship Type="http://schemas.openxmlformats.org/officeDocument/2006/relationships/notesSlide" Target="/ppt/notesSlides/notesSlide5.xml" Id="R4578403bfba345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4AFF9-4EC1-4A66-BD24-91649AD8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2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D0635-0785-4F5E-8B9F-74E6F4DB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952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1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1">
            <a:extLst xmlns:a="http://schemas.openxmlformats.org/drawingml/2006/main">
              <a:ext uri="{FF2B5EF4-FFF2-40B4-BE49-F238E27FC236}">
                <a16:creationId xmlns:a16="http://schemas.microsoft.com/office/drawing/2014/main" id="{1056855E-E606-462E-937D-4FF2735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D8F5"/>
                </a:solidFill>
              </a:defRPr>
            </a:pPr>
            <a:r>
              <a:rPr sz="1050" b="1">
                <a:solidFill>
                  <a:srgbClr val="17D8F5"/>
                </a:solidFill>
              </a:rPr>
              <a:t>BUILDING REAL UNDERSTANDING</a:t>
            </a:r>
          </a:p>
        </p:txBody>
      </p:sp>
      <p:sp>
        <p:nvSpPr>
          <p:cNvPr id="4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3BA01663-7ED9-4DE5-9AE0-B6033D36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8D2"/>
                </a:solidFill>
              </a:defRPr>
            </a:pPr>
            <a:r>
              <a:rPr sz="975" b="1">
                <a:solidFill>
                  <a:srgbClr val="A9B8D2"/>
                </a:solidFill>
              </a:rPr>
              <a:t>01 / 05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1CEF43-EEE2-4DE7-A4AC-29868FF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61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F7FBFF"/>
                </a:solidFill>
              </a:defRPr>
            </a:pPr>
            <a:r>
              <a:rPr sz="7800" b="1">
                <a:solidFill>
                  <a:srgbClr val="F7FBFF"/>
                </a:solidFill>
              </a:rPr>
              <a:t>Skill</a:t>
            </a:r>
          </a:p>
          <a:p xmlns:a="http://schemas.openxmlformats.org/drawingml/2006/main">
            <a:pPr algn="l">
              <a:defRPr sz="7800" b="1">
                <a:solidFill>
                  <a:srgbClr val="F7FBFF"/>
                </a:solidFill>
              </a:defRPr>
            </a:pPr>
            <a:r>
              <a:rPr sz="7800" b="1">
                <a:solidFill>
                  <a:srgbClr val="F7FBFF"/>
                </a:solidFill>
              </a:rPr>
              <a:t>Sync</a:t>
            </a:r>
          </a:p>
        </p:txBody>
      </p:sp>
      <p:sp>
        <p:nvSpPr>
          <p:cNvPr id="6" name="tagline">
            <a:extLst xmlns:a="http://schemas.openxmlformats.org/drawingml/2006/main">
              <a:ext uri="{FF2B5EF4-FFF2-40B4-BE49-F238E27FC236}">
                <a16:creationId xmlns:a16="http://schemas.microsoft.com/office/drawing/2014/main" id="{325A9549-0F18-4FB9-9F7D-E058153B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9B8D2"/>
                </a:solidFill>
              </a:defRPr>
            </a:pPr>
            <a:r>
              <a:rPr sz="2025" b="1">
                <a:solidFill>
                  <a:srgbClr val="A9B8D2"/>
                </a:solidFill>
              </a:rPr>
              <a:t>Practice that turns questions into knowledge.</a:t>
            </a:r>
          </a:p>
        </p:txBody>
      </p:sp>
      <p:sp>
        <p:nvSpPr>
          <p:cNvPr id="7" name="credits">
            <a:extLst xmlns:a="http://schemas.openxmlformats.org/drawingml/2006/main">
              <a:ext uri="{FF2B5EF4-FFF2-40B4-BE49-F238E27FC236}">
                <a16:creationId xmlns:a16="http://schemas.microsoft.com/office/drawing/2014/main" id="{54666A84-68A2-41B5-863D-6A287C0B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D8F5"/>
                </a:solidFill>
              </a:defRPr>
            </a:pPr>
            <a:r>
              <a:rPr sz="1425" b="1">
                <a:solidFill>
                  <a:srgbClr val="17D8F5"/>
                </a:solidFill>
              </a:rPr>
              <a:t>By ChatGPT Codex + Oli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9a6ec637f4413"/>
          <a:stretch xmlns:a="http://schemas.openxmlformats.org/drawingml/2006/main"/>
        </p:blipFill>
        <p:spPr>
          <a:xfrm xmlns:a="http://schemas.openxmlformats.org/drawingml/2006/main">
            <a:off x="6858000" y="1200150"/>
            <a:ext cx="428625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5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E0AF9-53AB-4D78-A336-BEE8FEC9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2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BAD8C-0CBA-4DBE-8F6E-C228C558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952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1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2">
            <a:extLst xmlns:a="http://schemas.openxmlformats.org/drawingml/2006/main">
              <a:ext uri="{FF2B5EF4-FFF2-40B4-BE49-F238E27FC236}">
                <a16:creationId xmlns:a16="http://schemas.microsoft.com/office/drawing/2014/main" id="{3587D008-805B-4BC1-BBAE-9EDC83E3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D8F5"/>
                </a:solidFill>
              </a:defRPr>
            </a:pPr>
            <a:r>
              <a:rPr sz="1050" b="1">
                <a:solidFill>
                  <a:srgbClr val="17D8F5"/>
                </a:solidFill>
              </a:rPr>
              <a:t>WHAT SKILLSYNC DOES</a:t>
            </a:r>
          </a:p>
        </p:txBody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129E5927-1D52-48B8-85B3-5B418ECE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8D2"/>
                </a:solidFill>
              </a:defRPr>
            </a:pPr>
            <a:r>
              <a:rPr sz="975" b="1">
                <a:solidFill>
                  <a:srgbClr val="A9B8D2"/>
                </a:solidFill>
              </a:rPr>
              <a:t>02 / 05</a:t>
            </a:r>
          </a:p>
        </p:txBody>
      </p:sp>
      <p:sp>
        <p:nvSpPr>
          <p:cNvPr id="5" name="purpose-title">
            <a:extLst xmlns:a="http://schemas.openxmlformats.org/drawingml/2006/main">
              <a:ext uri="{FF2B5EF4-FFF2-40B4-BE49-F238E27FC236}">
                <a16:creationId xmlns:a16="http://schemas.microsoft.com/office/drawing/2014/main" id="{070D2F92-9528-4982-B1DD-BF4FDC6C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BFF"/>
                </a:solidFill>
              </a:defRPr>
            </a:pPr>
            <a:r>
              <a:rPr sz="4050" b="1">
                <a:solidFill>
                  <a:srgbClr val="F7FBFF"/>
                </a:solidFill>
              </a:rPr>
              <a:t>Practice reveals what students</a:t>
            </a:r>
          </a:p>
          <a:p xmlns:a="http://schemas.openxmlformats.org/drawingml/2006/main">
            <a:pPr algn="l">
              <a:defRPr sz="4050" b="1">
                <a:solidFill>
                  <a:srgbClr val="F7FBFF"/>
                </a:solidFill>
              </a:defRPr>
            </a:pPr>
            <a:r>
              <a:rPr sz="4050" b="1">
                <a:solidFill>
                  <a:srgbClr val="F7FBFF"/>
                </a:solidFill>
              </a:rPr>
              <a:t>truly understand.</a:t>
            </a:r>
          </a:p>
        </p:txBody>
      </p:sp>
      <p:sp>
        <p:nvSpPr>
          <p:cNvPr id="6" name="purpose-lead">
            <a:extLst xmlns:a="http://schemas.openxmlformats.org/drawingml/2006/main">
              <a:ext uri="{FF2B5EF4-FFF2-40B4-BE49-F238E27FC236}">
                <a16:creationId xmlns:a16="http://schemas.microsoft.com/office/drawing/2014/main" id="{C32DA1FC-CA23-40C1-A4CF-3D310C37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8D2"/>
                </a:solidFill>
              </a:defRPr>
            </a:pPr>
            <a:r>
              <a:rPr sz="1725" b="0">
                <a:solidFill>
                  <a:srgbClr val="A9B8D2"/>
                </a:solidFill>
              </a:rPr>
              <a:t>Designed for elementary and middle school students, SkillSync reinforces classroom topics through questions and problems students answer themselves.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833EB-6078-4A36-9A9B-42FF6C46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860D56DE-B651-496A-9F16-FC4AAEE3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D8F5"/>
                </a:solidFill>
              </a:defRPr>
            </a:pPr>
            <a:r>
              <a:rPr sz="1125" b="1">
                <a:solidFill>
                  <a:srgbClr val="17D8F5"/>
                </a:solidFill>
              </a:rPr>
              <a:t>01</a:t>
            </a:r>
          </a:p>
        </p:txBody>
      </p:sp>
      <p:sp>
        <p:nvSpPr>
          <p:cNvPr id="9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6E6063BC-AE82-4C82-A333-2D649DE9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Review</a:t>
            </a:r>
          </a:p>
        </p:txBody>
      </p:sp>
      <p:sp>
        <p:nvSpPr>
          <p:cNvPr id="10" name="step-body-0">
            <a:extLst xmlns:a="http://schemas.openxmlformats.org/drawingml/2006/main">
              <a:ext uri="{FF2B5EF4-FFF2-40B4-BE49-F238E27FC236}">
                <a16:creationId xmlns:a16="http://schemas.microsoft.com/office/drawing/2014/main" id="{C2657870-6C0C-4F63-855B-03421D1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8D2"/>
                </a:solidFill>
              </a:defRPr>
            </a:pPr>
            <a:r>
              <a:rPr sz="1425" b="0">
                <a:solidFill>
                  <a:srgbClr val="A9B8D2"/>
                </a:solidFill>
              </a:rPr>
              <a:t>Return to the ideas that matter most—not a generic list of answers.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BA4B9-DCB4-4BDF-B53D-34251224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9575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191B1D7A-0E8A-47E8-80C7-710D721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D8F5"/>
                </a:solidFill>
              </a:defRPr>
            </a:pPr>
            <a:r>
              <a:rPr sz="1125" b="1">
                <a:solidFill>
                  <a:srgbClr val="17D8F5"/>
                </a:solidFill>
              </a:rPr>
              <a:t>02</a:t>
            </a:r>
          </a:p>
        </p:txBody>
      </p:sp>
      <p:sp>
        <p:nvSpPr>
          <p:cNvPr id="13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C4BA4396-EEBE-4FC1-87DE-E303BC9D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Respond</a:t>
            </a:r>
          </a:p>
        </p:txBody>
      </p:sp>
      <p:sp>
        <p:nvSpPr>
          <p:cNvPr id="14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3F4C9D6-E20F-40A5-8DE5-7723C888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48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8D2"/>
                </a:solidFill>
              </a:defRPr>
            </a:pPr>
            <a:r>
              <a:rPr sz="1425" b="0">
                <a:solidFill>
                  <a:srgbClr val="A9B8D2"/>
                </a:solidFill>
              </a:rPr>
              <a:t>Students work through questions and problems using their own thinking.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887A4-81CB-4A31-9E63-DE601304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9575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ECF31BC0-1924-4F9D-9063-67509F13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D8F5"/>
                </a:solidFill>
              </a:defRPr>
            </a:pPr>
            <a:r>
              <a:rPr sz="1125" b="1">
                <a:solidFill>
                  <a:srgbClr val="17D8F5"/>
                </a:solidFill>
              </a:rPr>
              <a:t>03</a:t>
            </a:r>
          </a:p>
        </p:txBody>
      </p:sp>
      <p:sp>
        <p:nvSpPr>
          <p:cNvPr id="17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0E1FFE4E-2092-41C3-BBE9-92A2BB70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Understand</a:t>
            </a:r>
          </a:p>
        </p:txBody>
      </p:sp>
      <p:sp>
        <p:nvSpPr>
          <p:cNvPr id="18" name="step-body-2">
            <a:extLst xmlns:a="http://schemas.openxmlformats.org/drawingml/2006/main">
              <a:ext uri="{FF2B5EF4-FFF2-40B4-BE49-F238E27FC236}">
                <a16:creationId xmlns:a16="http://schemas.microsoft.com/office/drawing/2014/main" id="{2F87852C-A700-48E7-8C08-B8C88E76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8D2"/>
                </a:solidFill>
              </a:defRPr>
            </a:pPr>
            <a:r>
              <a:rPr sz="1425" b="0">
                <a:solidFill>
                  <a:srgbClr val="A9B8D2"/>
                </a:solidFill>
              </a:rPr>
              <a:t>Feedback shows what is secure, what needs review, and what to try next.</a:t>
            </a:r>
          </a:p>
        </p:txBody>
      </p:sp>
    </p:spTree>
    <p:extLst>
      <p:ext uri="{BB962C8B-B14F-4D97-AF65-F5344CB8AC3E}">
        <p14:creationId xmlns:p14="http://schemas.microsoft.com/office/powerpoint/2010/main" val="942391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65083-52C5-4404-920F-B4C6957E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2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4EDE0-37C6-4EEB-ACAE-4F69A066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952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1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3">
            <a:extLst xmlns:a="http://schemas.openxmlformats.org/drawingml/2006/main">
              <a:ext uri="{FF2B5EF4-FFF2-40B4-BE49-F238E27FC236}">
                <a16:creationId xmlns:a16="http://schemas.microsoft.com/office/drawing/2014/main" id="{F5EF1E48-0610-4508-9A6B-D6259538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D8F5"/>
                </a:solidFill>
              </a:defRPr>
            </a:pPr>
            <a:r>
              <a:rPr sz="1050" b="1">
                <a:solidFill>
                  <a:srgbClr val="17D8F5"/>
                </a:solidFill>
              </a:rPr>
              <a:t>WHY NOT JUST ASK AI?</a:t>
            </a:r>
          </a:p>
        </p:txBody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4B582E23-8F85-45F3-B57B-BB69017F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8D2"/>
                </a:solidFill>
              </a:defRPr>
            </a:pPr>
            <a:r>
              <a:rPr sz="975" b="1">
                <a:solidFill>
                  <a:srgbClr val="A9B8D2"/>
                </a:solidFill>
              </a:rPr>
              <a:t>03 / 05</a:t>
            </a:r>
          </a:p>
        </p:txBody>
      </p:sp>
      <p:sp>
        <p:nvSpPr>
          <p:cNvPr id="5" name="compare-title">
            <a:extLst xmlns:a="http://schemas.openxmlformats.org/drawingml/2006/main">
              <a:ext uri="{FF2B5EF4-FFF2-40B4-BE49-F238E27FC236}">
                <a16:creationId xmlns:a16="http://schemas.microsoft.com/office/drawing/2014/main" id="{BC0CE897-936E-4869-ABAE-32ADA833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Answers finish a problem.</a:t>
            </a:r>
          </a:p>
          <a:p xmlns:a="http://schemas.openxmlformats.org/drawingml/2006/main">
            <a:pPr algn="l"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Learning builds capability.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0E235-D46C-41E4-B494-F6B33879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0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sk-title">
            <a:extLst xmlns:a="http://schemas.openxmlformats.org/drawingml/2006/main">
              <a:ext uri="{FF2B5EF4-FFF2-40B4-BE49-F238E27FC236}">
                <a16:creationId xmlns:a16="http://schemas.microsoft.com/office/drawing/2014/main" id="{41EF3191-8075-4385-9382-84455939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9B8D2"/>
                </a:solidFill>
              </a:defRPr>
            </a:pPr>
            <a:r>
              <a:rPr sz="2625" b="1">
                <a:solidFill>
                  <a:srgbClr val="A9B8D2"/>
                </a:solidFill>
              </a:rPr>
              <a:t>Answer-first AI</a:t>
            </a:r>
          </a:p>
        </p:txBody>
      </p:sp>
      <p:sp>
        <p:nvSpPr>
          <p:cNvPr id="8" name="ask-body">
            <a:extLst xmlns:a="http://schemas.openxmlformats.org/drawingml/2006/main">
              <a:ext uri="{FF2B5EF4-FFF2-40B4-BE49-F238E27FC236}">
                <a16:creationId xmlns:a16="http://schemas.microsoft.com/office/drawing/2014/main" id="{F8078674-0DE0-4523-933B-7875946D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8D2"/>
                </a:solidFill>
              </a:defRPr>
            </a:pPr>
            <a:r>
              <a:rPr sz="1575" b="0">
                <a:solidFill>
                  <a:srgbClr val="A9B8D2"/>
                </a:solidFill>
              </a:rPr>
              <a:t>A student asks, receives an answer, and may never discover whether they can solve the next problem independently.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F6EC7-EC87-4748-80E7-29EF66BE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001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6334C"/>
          </a:solidFill>
          <a:ln xmlns:a="http://schemas.openxmlformats.org/drawingml/2006/main" w="9525">
            <a:solidFill>
              <a:srgbClr val="26334C"/>
            </a:solidFill>
            <a:prstDash val="solid"/>
          </a:ln>
        </p:spPr>
      </p:sp>
      <p:sp>
        <p:nvSpPr>
          <p:cNvPr id="10" name="pill-ASK-84">
            <a:extLst xmlns:a="http://schemas.openxmlformats.org/drawingml/2006/main">
              <a:ext uri="{FF2B5EF4-FFF2-40B4-BE49-F238E27FC236}">
                <a16:creationId xmlns:a16="http://schemas.microsoft.com/office/drawing/2014/main" id="{F58BEACF-4B11-4D29-A8C8-3C60B90A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</a:defRPr>
            </a:pPr>
            <a:r>
              <a:rPr sz="1050" b="1">
                <a:solidFill>
                  <a:srgbClr val="F7FBFF"/>
                </a:solidFill>
              </a:rPr>
              <a:t>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77024-3FAD-4B17-92E8-F472766C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43500"/>
            <a:ext cx="1238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6334C"/>
          </a:solidFill>
          <a:ln xmlns:a="http://schemas.openxmlformats.org/drawingml/2006/main" w="9525">
            <a:solidFill>
              <a:srgbClr val="26334C"/>
            </a:solidFill>
            <a:prstDash val="solid"/>
          </a:ln>
        </p:spPr>
      </p:sp>
      <p:sp>
        <p:nvSpPr>
          <p:cNvPr id="12" name="pill-ANSWER-212">
            <a:extLst xmlns:a="http://schemas.openxmlformats.org/drawingml/2006/main">
              <a:ext uri="{FF2B5EF4-FFF2-40B4-BE49-F238E27FC236}">
                <a16:creationId xmlns:a16="http://schemas.microsoft.com/office/drawing/2014/main" id="{0C141303-D499-439E-94F0-9349901A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816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</a:defRPr>
            </a:pPr>
            <a:r>
              <a:rPr sz="1050" b="1">
                <a:solidFill>
                  <a:srgbClr val="F7FBFF"/>
                </a:solidFill>
              </a:rPr>
              <a:t>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813D7-A32B-4BEF-AE6D-1E795C56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43500"/>
            <a:ext cx="10287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6334C"/>
          </a:solidFill>
          <a:ln xmlns:a="http://schemas.openxmlformats.org/drawingml/2006/main" w="9525">
            <a:solidFill>
              <a:srgbClr val="26334C"/>
            </a:solidFill>
            <a:prstDash val="solid"/>
          </a:ln>
        </p:spPr>
      </p:sp>
      <p:sp>
        <p:nvSpPr>
          <p:cNvPr id="14" name="pill-DONE-365">
            <a:extLst xmlns:a="http://schemas.openxmlformats.org/drawingml/2006/main">
              <a:ext uri="{FF2B5EF4-FFF2-40B4-BE49-F238E27FC236}">
                <a16:creationId xmlns:a16="http://schemas.microsoft.com/office/drawing/2014/main" id="{8D249FBE-8A11-4E67-8D38-FFA50433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1816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</a:defRPr>
            </a:pPr>
            <a:r>
              <a:rPr sz="1050" b="1">
                <a:solidFill>
                  <a:srgbClr val="F7FBFF"/>
                </a:solidFill>
              </a:rPr>
              <a:t>DONE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AECAF-A9A0-420B-A497-FB95BB9F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762500" cy="30289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71D34"/>
          </a:solidFill>
          <a:ln xmlns:a="http://schemas.openxmlformats.org/drawingml/2006/main" w="9525">
            <a:solidFill>
              <a:srgbClr val="17D8F5"/>
            </a:solidFill>
            <a:prstDash val="solid"/>
          </a:ln>
        </p:spPr>
      </p:sp>
      <p:sp>
        <p:nvSpPr>
          <p:cNvPr id="16" name="ss-title">
            <a:extLst xmlns:a="http://schemas.openxmlformats.org/drawingml/2006/main">
              <a:ext uri="{FF2B5EF4-FFF2-40B4-BE49-F238E27FC236}">
                <a16:creationId xmlns:a16="http://schemas.microsoft.com/office/drawing/2014/main" id="{A1DE15BB-2115-477D-8AE8-ADEFEE11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D8F5"/>
                </a:solidFill>
              </a:defRPr>
            </a:pPr>
            <a:r>
              <a:rPr sz="2850" b="1">
                <a:solidFill>
                  <a:srgbClr val="17D8F5"/>
                </a:solidFill>
              </a:rPr>
              <a:t>SkillSync</a:t>
            </a:r>
          </a:p>
        </p:txBody>
      </p:sp>
      <p:sp>
        <p:nvSpPr>
          <p:cNvPr id="17" name="ss-body">
            <a:extLst xmlns:a="http://schemas.openxmlformats.org/drawingml/2006/main">
              <a:ext uri="{FF2B5EF4-FFF2-40B4-BE49-F238E27FC236}">
                <a16:creationId xmlns:a16="http://schemas.microsoft.com/office/drawing/2014/main" id="{DB3ADD68-220F-4C60-98F7-B85B7D7C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7190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BFF"/>
                </a:solidFill>
              </a:defRPr>
            </a:pPr>
            <a:r>
              <a:rPr sz="1575" b="0">
                <a:solidFill>
                  <a:srgbClr val="F7FBFF"/>
                </a:solidFill>
              </a:rPr>
              <a:t>AI works quietly behind the experience—reviewing responses, checking understanding, and tailoring school-focused practice.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21329-2044-44ED-91DA-C4366C85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43500"/>
            <a:ext cx="781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78FF"/>
          </a:solidFill>
          <a:ln xmlns:a="http://schemas.openxmlformats.org/drawingml/2006/main" w="9525">
            <a:solidFill>
              <a:srgbClr val="2778FF"/>
            </a:solidFill>
            <a:prstDash val="solid"/>
          </a:ln>
        </p:spPr>
      </p:sp>
      <p:sp>
        <p:nvSpPr>
          <p:cNvPr id="19" name="pill-TRY-728">
            <a:extLst xmlns:a="http://schemas.openxmlformats.org/drawingml/2006/main">
              <a:ext uri="{FF2B5EF4-FFF2-40B4-BE49-F238E27FC236}">
                <a16:creationId xmlns:a16="http://schemas.microsoft.com/office/drawing/2014/main" id="{984C7B8A-8518-45B5-A813-CF6DED94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816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</a:defRPr>
            </a:pPr>
            <a:r>
              <a:rPr sz="1050" b="1">
                <a:solidFill>
                  <a:srgbClr val="F7FBFF"/>
                </a:solidFill>
              </a:rPr>
              <a:t>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B1F73-330B-45D4-890D-B10B60C8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43500"/>
            <a:ext cx="904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78FF"/>
          </a:solidFill>
          <a:ln xmlns:a="http://schemas.openxmlformats.org/drawingml/2006/main" w="9525">
            <a:solidFill>
              <a:srgbClr val="2778FF"/>
            </a:solidFill>
            <a:prstDash val="solid"/>
          </a:ln>
        </p:spPr>
      </p:sp>
      <p:sp>
        <p:nvSpPr>
          <p:cNvPr id="21" name="pill-CHECK-826">
            <a:extLst xmlns:a="http://schemas.openxmlformats.org/drawingml/2006/main">
              <a:ext uri="{FF2B5EF4-FFF2-40B4-BE49-F238E27FC236}">
                <a16:creationId xmlns:a16="http://schemas.microsoft.com/office/drawing/2014/main" id="{F4978E01-8A46-4DF9-9A0A-28EB193D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816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</a:defRPr>
            </a:pPr>
            <a:r>
              <a:rPr sz="1050" b="1">
                <a:solidFill>
                  <a:srgbClr val="F7FBFF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CBA77-C22A-47D0-9820-8F8BBFCA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43500"/>
            <a:ext cx="10001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557FF"/>
          </a:solidFill>
          <a:ln xmlns:a="http://schemas.openxmlformats.org/drawingml/2006/main" w="9525">
            <a:solidFill>
              <a:srgbClr val="8557FF"/>
            </a:solidFill>
            <a:prstDash val="solid"/>
          </a:ln>
        </p:spPr>
      </p:sp>
      <p:sp>
        <p:nvSpPr>
          <p:cNvPr id="23" name="pill-REVIEW-937">
            <a:extLst xmlns:a="http://schemas.openxmlformats.org/drawingml/2006/main">
              <a:ext uri="{FF2B5EF4-FFF2-40B4-BE49-F238E27FC236}">
                <a16:creationId xmlns:a16="http://schemas.microsoft.com/office/drawing/2014/main" id="{937C577A-36F1-4BCA-AEFC-2627B977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81600"/>
            <a:ext cx="847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</a:defRPr>
            </a:pPr>
            <a:r>
              <a:rPr sz="1050" b="1">
                <a:solidFill>
                  <a:srgbClr val="F7FBFF"/>
                </a:solidFill>
              </a:rPr>
              <a:t>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9F924-F0F1-4C0F-B11A-ACABDB3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4350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557FF"/>
          </a:solidFill>
          <a:ln xmlns:a="http://schemas.openxmlformats.org/drawingml/2006/main" w="9525">
            <a:solidFill>
              <a:srgbClr val="8557FF"/>
            </a:solidFill>
            <a:prstDash val="solid"/>
          </a:ln>
        </p:spPr>
      </p:sp>
      <p:sp>
        <p:nvSpPr>
          <p:cNvPr id="25" name="pill-GROW-1058">
            <a:extLst xmlns:a="http://schemas.openxmlformats.org/drawingml/2006/main">
              <a:ext uri="{FF2B5EF4-FFF2-40B4-BE49-F238E27FC236}">
                <a16:creationId xmlns:a16="http://schemas.microsoft.com/office/drawing/2014/main" id="{A92BAA07-3550-462E-88D6-1E76D35D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1816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BFF"/>
                </a:solidFill>
              </a:defRPr>
            </a:pPr>
            <a:r>
              <a:rPr sz="1050" b="1">
                <a:solidFill>
                  <a:srgbClr val="F7FBFF"/>
                </a:solidFill>
              </a:rPr>
              <a:t>GROW</a:t>
            </a:r>
          </a:p>
        </p:txBody>
      </p:sp>
    </p:spTree>
    <p:extLst>
      <p:ext uri="{BB962C8B-B14F-4D97-AF65-F5344CB8AC3E}">
        <p14:creationId xmlns:p14="http://schemas.microsoft.com/office/powerpoint/2010/main" val="72049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91810-858B-4ECA-A4F9-B0B11295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2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DCBE8-1B63-4058-8782-DE3D6621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952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1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4">
            <a:extLst xmlns:a="http://schemas.openxmlformats.org/drawingml/2006/main">
              <a:ext uri="{FF2B5EF4-FFF2-40B4-BE49-F238E27FC236}">
                <a16:creationId xmlns:a16="http://schemas.microsoft.com/office/drawing/2014/main" id="{2DFD351F-CD96-4248-9BDF-FEDC717F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D8F5"/>
                </a:solidFill>
              </a:defRPr>
            </a:pPr>
            <a:r>
              <a:rPr sz="1050" b="1">
                <a:solidFill>
                  <a:srgbClr val="17D8F5"/>
                </a:solidFill>
              </a:rPr>
              <a:t>FUTURE IMPROVEMENTS</a:t>
            </a:r>
          </a:p>
        </p:txBody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F998E831-E4DF-47AE-ACD1-996217D4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8D2"/>
                </a:solidFill>
              </a:defRPr>
            </a:pPr>
            <a:r>
              <a:rPr sz="975" b="1">
                <a:solidFill>
                  <a:srgbClr val="A9B8D2"/>
                </a:solidFill>
              </a:rPr>
              <a:t>04 / 05</a:t>
            </a:r>
          </a:p>
        </p:txBody>
      </p:sp>
      <p:sp>
        <p:nvSpPr>
          <p:cNvPr id="5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9A5B6421-E7CF-44E3-BE0F-0A45990B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The next step is a stronger</a:t>
            </a:r>
          </a:p>
          <a:p xmlns:a="http://schemas.openxmlformats.org/drawingml/2006/main">
            <a:pPr algn="l"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learning experience.</a:t>
            </a:r>
          </a:p>
        </p:txBody>
      </p:sp>
      <p:sp>
        <p:nvSpPr>
          <p:cNvPr id="6" name="future-lead">
            <a:extLst xmlns:a="http://schemas.openxmlformats.org/drawingml/2006/main">
              <a:ext uri="{FF2B5EF4-FFF2-40B4-BE49-F238E27FC236}">
                <a16:creationId xmlns:a16="http://schemas.microsoft.com/office/drawing/2014/main" id="{E3FCB824-C32C-4021-8154-EE735DCC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8D2"/>
                </a:solidFill>
              </a:defRPr>
            </a:pPr>
            <a:r>
              <a:rPr sz="1725" b="0">
                <a:solidFill>
                  <a:srgbClr val="A9B8D2"/>
                </a:solidFill>
              </a:rPr>
              <a:t>SkillSync is still early. Its future depends on making every interaction clearer, smarter, and more useful to young learners.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74814-6D59-4068-9FCA-6551349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-label-0">
            <a:extLst xmlns:a="http://schemas.openxmlformats.org/drawingml/2006/main">
              <a:ext uri="{FF2B5EF4-FFF2-40B4-BE49-F238E27FC236}">
                <a16:creationId xmlns:a16="http://schemas.microsoft.com/office/drawing/2014/main" id="{7E5EA1C4-EDAC-4505-BAA7-61A507C5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D8F5"/>
                </a:solidFill>
              </a:defRPr>
            </a:pPr>
            <a:r>
              <a:rPr sz="975" b="1">
                <a:solidFill>
                  <a:srgbClr val="17D8F5"/>
                </a:solidFill>
              </a:rPr>
              <a:t>DESIGN</a:t>
            </a:r>
          </a:p>
        </p:txBody>
      </p:sp>
      <p:sp>
        <p:nvSpPr>
          <p:cNvPr id="9" name="road-title-0">
            <a:extLst xmlns:a="http://schemas.openxmlformats.org/drawingml/2006/main">
              <a:ext uri="{FF2B5EF4-FFF2-40B4-BE49-F238E27FC236}">
                <a16:creationId xmlns:a16="http://schemas.microsoft.com/office/drawing/2014/main" id="{52FD187E-E5EE-4B8B-A5D7-19921E80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BFF"/>
                </a:solidFill>
              </a:defRPr>
            </a:pPr>
            <a:r>
              <a:rPr sz="2325" b="1">
                <a:solidFill>
                  <a:srgbClr val="F7FBFF"/>
                </a:solidFill>
              </a:rPr>
              <a:t>Polish the UI</a:t>
            </a:r>
          </a:p>
        </p:txBody>
      </p:sp>
      <p:sp>
        <p:nvSpPr>
          <p:cNvPr id="10" name="road-body-0">
            <a:extLst xmlns:a="http://schemas.openxmlformats.org/drawingml/2006/main">
              <a:ext uri="{FF2B5EF4-FFF2-40B4-BE49-F238E27FC236}">
                <a16:creationId xmlns:a16="http://schemas.microsoft.com/office/drawing/2014/main" id="{FC81C814-DEC2-43B5-80CA-BB48B23A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8D2"/>
                </a:solidFill>
              </a:defRPr>
            </a:pPr>
            <a:r>
              <a:rPr sz="1425" b="0">
                <a:solidFill>
                  <a:srgbClr val="A9B8D2"/>
                </a:solidFill>
              </a:rPr>
              <a:t>Improve navigation, accessibility, animation, and classroom-friendly clarity.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03D5F-3B84-426F-866D-DD2021C9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433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-label-1">
            <a:extLst xmlns:a="http://schemas.openxmlformats.org/drawingml/2006/main">
              <a:ext uri="{FF2B5EF4-FFF2-40B4-BE49-F238E27FC236}">
                <a16:creationId xmlns:a16="http://schemas.microsoft.com/office/drawing/2014/main" id="{AB4D0621-5923-4F2C-8CA2-E135B0AD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910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78FF"/>
                </a:solidFill>
              </a:defRPr>
            </a:pPr>
            <a:r>
              <a:rPr sz="975" b="1">
                <a:solidFill>
                  <a:srgbClr val="2778FF"/>
                </a:solidFill>
              </a:rPr>
              <a:t>INTELLIGENCE</a:t>
            </a:r>
          </a:p>
        </p:txBody>
      </p:sp>
      <p:sp>
        <p:nvSpPr>
          <p:cNvPr id="13" name="road-title-1">
            <a:extLst xmlns:a="http://schemas.openxmlformats.org/drawingml/2006/main">
              <a:ext uri="{FF2B5EF4-FFF2-40B4-BE49-F238E27FC236}">
                <a16:creationId xmlns:a16="http://schemas.microsoft.com/office/drawing/2014/main" id="{1B4A61A9-01B5-4725-8188-2799454C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101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BFF"/>
                </a:solidFill>
              </a:defRPr>
            </a:pPr>
            <a:r>
              <a:rPr sz="2325" b="1">
                <a:solidFill>
                  <a:srgbClr val="F7FBFF"/>
                </a:solidFill>
              </a:rPr>
              <a:t>Deepen review</a:t>
            </a:r>
          </a:p>
        </p:txBody>
      </p:sp>
      <p:sp>
        <p:nvSpPr>
          <p:cNvPr id="14" name="road-body-1">
            <a:extLst xmlns:a="http://schemas.openxmlformats.org/drawingml/2006/main">
              <a:ext uri="{FF2B5EF4-FFF2-40B4-BE49-F238E27FC236}">
                <a16:creationId xmlns:a16="http://schemas.microsoft.com/office/drawing/2014/main" id="{6BEF58E2-57C9-42CD-838F-8BE2160D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19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8D2"/>
                </a:solidFill>
              </a:defRPr>
            </a:pPr>
            <a:r>
              <a:rPr sz="1425" b="0">
                <a:solidFill>
                  <a:srgbClr val="A9B8D2"/>
                </a:solidFill>
              </a:rPr>
              <a:t>Make feedback more precise and practice more responsive to knowledge gaps.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B65D2-3E39-4075-82C5-FE2D50C7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5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ad-label-2">
            <a:extLst xmlns:a="http://schemas.openxmlformats.org/drawingml/2006/main">
              <a:ext uri="{FF2B5EF4-FFF2-40B4-BE49-F238E27FC236}">
                <a16:creationId xmlns:a16="http://schemas.microsoft.com/office/drawing/2014/main" id="{AE3E8BBC-3A21-4735-857C-B7F84A78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557FF"/>
                </a:solidFill>
              </a:defRPr>
            </a:pPr>
            <a:r>
              <a:rPr sz="975" b="1">
                <a:solidFill>
                  <a:srgbClr val="8557FF"/>
                </a:solidFill>
              </a:rPr>
              <a:t>PROGRESS</a:t>
            </a:r>
          </a:p>
        </p:txBody>
      </p:sp>
      <p:sp>
        <p:nvSpPr>
          <p:cNvPr id="17" name="road-title-2">
            <a:extLst xmlns:a="http://schemas.openxmlformats.org/drawingml/2006/main">
              <a:ext uri="{FF2B5EF4-FFF2-40B4-BE49-F238E27FC236}">
                <a16:creationId xmlns:a16="http://schemas.microsoft.com/office/drawing/2014/main" id="{5BE39FA0-9678-43CC-88F2-CB59560D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BFF"/>
                </a:solidFill>
              </a:defRPr>
            </a:pPr>
            <a:r>
              <a:rPr sz="2325" b="1">
                <a:solidFill>
                  <a:srgbClr val="F7FBFF"/>
                </a:solidFill>
              </a:rPr>
              <a:t>Show growth</a:t>
            </a:r>
          </a:p>
        </p:txBody>
      </p:sp>
      <p:sp>
        <p:nvSpPr>
          <p:cNvPr id="18" name="road-body-2">
            <a:extLst xmlns:a="http://schemas.openxmlformats.org/drawingml/2006/main">
              <a:ext uri="{FF2B5EF4-FFF2-40B4-BE49-F238E27FC236}">
                <a16:creationId xmlns:a16="http://schemas.microsoft.com/office/drawing/2014/main" id="{7F69B9EA-CFDA-437F-9AF1-A6889811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B8D2"/>
                </a:solidFill>
              </a:defRPr>
            </a:pPr>
            <a:r>
              <a:rPr sz="1425" b="0">
                <a:solidFill>
                  <a:srgbClr val="A9B8D2"/>
                </a:solidFill>
              </a:rPr>
              <a:t>Help students see what they know, what improved, and where to focus next.</a:t>
            </a:r>
          </a:p>
        </p:txBody>
      </p:sp>
    </p:spTree>
    <p:extLst>
      <p:ext uri="{BB962C8B-B14F-4D97-AF65-F5344CB8AC3E}">
        <p14:creationId xmlns:p14="http://schemas.microsoft.com/office/powerpoint/2010/main" val="1610271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4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E92E4-FF0F-40A6-B21A-9534F0A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2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13D8A-032C-4A4C-841E-304D2F16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952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1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5">
            <a:extLst xmlns:a="http://schemas.openxmlformats.org/drawingml/2006/main">
              <a:ext uri="{FF2B5EF4-FFF2-40B4-BE49-F238E27FC236}">
                <a16:creationId xmlns:a16="http://schemas.microsoft.com/office/drawing/2014/main" id="{FFDFBA93-CA5F-4C4D-A99D-615FCC33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D8F5"/>
                </a:solidFill>
              </a:defRPr>
            </a:pPr>
            <a:r>
              <a:rPr sz="1050" b="1">
                <a:solidFill>
                  <a:srgbClr val="17D8F5"/>
                </a:solidFill>
              </a:rPr>
              <a:t>THE SKILLSYNC PROMISE</a:t>
            </a:r>
          </a:p>
        </p:txBody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0931729D-09B4-4819-8594-0A1A32C5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8D2"/>
                </a:solidFill>
              </a:defRPr>
            </a:pPr>
            <a:r>
              <a:rPr sz="975" b="1">
                <a:solidFill>
                  <a:srgbClr val="A9B8D2"/>
                </a:solidFill>
              </a:rPr>
              <a:t>05 / 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b2344ab254437"/>
          <a:stretch xmlns:a="http://schemas.openxmlformats.org/drawingml/2006/main"/>
        </p:blipFill>
        <p:spPr>
          <a:xfrm xmlns:a="http://schemas.openxmlformats.org/drawingml/2006/main">
            <a:off x="5286375" y="81915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6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6B72527D-3C86-4FC6-9FE0-D82E8498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876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7FBFF"/>
                </a:solidFill>
              </a:defRPr>
            </a:pPr>
            <a:r>
              <a:rPr sz="3750" b="1">
                <a:solidFill>
                  <a:srgbClr val="F7FBFF"/>
                </a:solidFill>
              </a:rPr>
              <a:t>AI should not replace thinking.</a:t>
            </a:r>
          </a:p>
          <a:p xmlns:a="http://schemas.openxmlformats.org/drawingml/2006/main">
            <a:pPr algn="ctr">
              <a:defRPr sz="3750" b="1">
                <a:solidFill>
                  <a:srgbClr val="F7FBFF"/>
                </a:solidFill>
              </a:defRPr>
            </a:pPr>
            <a:r>
              <a:rPr sz="3750" b="1">
                <a:solidFill>
                  <a:srgbClr val="F7FBFF"/>
                </a:solidFill>
              </a:rPr>
              <a:t>It should help students think better.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3DA54-1369-460C-8EC1-9B82356C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D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9EEC5671-A20A-411F-97DA-2D731D69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704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9B8D2"/>
                </a:solidFill>
              </a:defRPr>
            </a:pPr>
            <a:r>
              <a:rPr sz="1800" b="0">
                <a:solidFill>
                  <a:srgbClr val="A9B8D2"/>
                </a:solidFill>
              </a:rPr>
              <a:t>SkillSync turns review into understanding—so students can answer with confidence because they know why.</a:t>
            </a:r>
          </a:p>
        </p:txBody>
      </p:sp>
    </p:spTree>
    <p:extLst>
      <p:ext uri="{BB962C8B-B14F-4D97-AF65-F5344CB8AC3E}">
        <p14:creationId xmlns:p14="http://schemas.microsoft.com/office/powerpoint/2010/main" val="874964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2026-07-15T00:16:38.9470000Z</dcterms:created>
  <dcterms:modified xsi:type="dcterms:W3CDTF">2026-07-15T00:16:38.9470000Z</dcterms:modified>
</coreProperties>
</file>